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2026-10-02T09:28:43.142675Z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95164bde1524d278b39027849ecf22bb126063693a826ccacec4b3b371fa1f37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2026-10-02T09:28:43.142675Z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