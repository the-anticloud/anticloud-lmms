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2026-10-02T09:28:41.133442Z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da86888a15bdaddc6eafaeff438a3bd4912bf9a6dd1460b8b77d041e0225aaec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2026-10-02T09:28:41.133442Z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