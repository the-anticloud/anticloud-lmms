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2026-10-02T09:28:40.548038Z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7a0251c2ca4f3ccb90a0961eda016182eb81b739ec203e82dc817fe062d34092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2026-10-02T09:28:40.548038Z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