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12 Cmmc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2026-10-02T09:28:42.982766Z | Framework ID: 12_CMMC_2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CMMC 2.0 Model (DoD, 2021), NIST SP 800-171 Rev2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110 practices across 14 domains; AC, AU, CM, IA, MP, PE, PS, RA, SC, SI fully addressed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110/110 practices: 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Zero Trust mTLS covers AC.3.022; CRDT convergence covers SC.3.183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910ff5fed0dbcca77b117de82a9b681a4091a3b3dba303a1df43753143fa3609</a:t>
            </a:r>
          </a:p>
          <a:p>
            <a:r>
              <a:rPr sz="1000">
                <a:solidFill>
                  <a:srgbClr val="222222"/>
                </a:solidFill>
              </a:rPr>
              <a:t>  SHA3-256 (chain) | 605e45dfb7e3d2f80e296bcc424ac479f3a2706d27719ac4210cab776c4fd440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2026-10-02T09:28:42.982766Z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