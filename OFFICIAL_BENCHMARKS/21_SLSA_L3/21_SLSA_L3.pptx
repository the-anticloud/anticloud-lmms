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2026-10-02T09:28:44.397414Z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0feea4dbc222ac2e4dd709996b546b040115a2b8b2b0300c04c67d6ae89c64d1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2026-10-02T09:28:44.397414Z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